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5d8e021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5d8e021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5d8e0216f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5d8e0216f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5d8e0216f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5d8e0216f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5d8e0216f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5d8e0216f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5d8e0216f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5d8e0216f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e9067399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e9067399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e9067399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e9067399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e9067399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e9067399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e906739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e906739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e9067399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e9067399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e9067399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e9067399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e9067399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e9067399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82158" y="4275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CampusHub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5717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00">
                <a:solidFill>
                  <a:schemeClr val="dk1"/>
                </a:solidFill>
              </a:rPr>
              <a:t>An College Management System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Project Synopsis Presentation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7369" y="4067650"/>
            <a:ext cx="1669269" cy="707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6722250" y="4220300"/>
            <a:ext cx="2277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</a:rPr>
              <a:t>Shikhar Sharma</a:t>
            </a:r>
            <a:endParaRPr sz="1200">
              <a:solidFill>
                <a:srgbClr val="595959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595959"/>
                </a:solidFill>
              </a:rPr>
              <a:t>250820520005</a:t>
            </a:r>
            <a:endParaRPr sz="1200">
              <a:solidFill>
                <a:srgbClr val="595959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</a:rPr>
              <a:t>PGDAC - Aug 2025</a:t>
            </a:r>
            <a:endParaRPr sz="12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Building a secure, scalable web-based College Management System to manage students, faculty, courses, attendance, examinations, results, fees, library, timetable, and reporting.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2177175"/>
            <a:ext cx="8520600" cy="23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Problem Statement - </a:t>
            </a:r>
            <a:r>
              <a:rPr lang="en"/>
              <a:t>CampusHub solves the real-world problem of inefficient and disconnected college administration by centralizing student, faculty, academic, and administrative activities into a single digital platform.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(role based access, secure login and authentication), Student &amp; Faculty Management (admissions, registrations, profile management, etc.), Academic (curriculum and course planning), Attendance, Examinations &amp; Assessment, Fee, Timetable, Library management,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Out of Scope:</a:t>
            </a:r>
            <a:r>
              <a:rPr lang="en"/>
              <a:t> Online classes, biometrics, online exams, mobile app development, etc.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Feasibility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Technical Feasibility</a:t>
            </a:r>
            <a:r>
              <a:rPr lang="en"/>
              <a:t> -  Technically feasible with current tools, resources, and expertise.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Economic Feasibility</a:t>
            </a:r>
            <a:r>
              <a:rPr lang="en"/>
              <a:t> -  Economically feasible with potential for substantial ROI (Return of Investment).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Operational Feasibility</a:t>
            </a:r>
            <a:r>
              <a:rPr lang="en"/>
              <a:t> - Operationally feasible with user-friendly design and scalable deployment.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Legal &amp; Ethical Feasibility</a:t>
            </a:r>
            <a:r>
              <a:rPr lang="en"/>
              <a:t> - Feasible with adherence to ethical AI practices and data protection laws.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700225"/>
            <a:ext cx="8520600" cy="40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Requirement &amp; Planning</a:t>
            </a:r>
            <a:r>
              <a:rPr lang="en" sz="1600"/>
              <a:t> - Gather functional and non-functional requirements </a:t>
            </a:r>
            <a:r>
              <a:rPr lang="en" sz="1600"/>
              <a:t>for </a:t>
            </a:r>
            <a:r>
              <a:rPr lang="en" sz="1600"/>
              <a:t>college management. Identify user roles, modules, workflows, and system expectations.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System Design</a:t>
            </a:r>
            <a:r>
              <a:rPr lang="en" sz="1600"/>
              <a:t> - Create ER diagrams, class diagram, data flow diagram. Technologies, tools, and frameworks for frontend, backend, database, and deployment are finalized.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Frontend Development</a:t>
            </a:r>
            <a:r>
              <a:rPr lang="en" sz="1600"/>
              <a:t> - Build a responsive UI in React using component-based architecture. Integrate APIs, implement role-based dashboards, forms, reports, and visualizations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Backend Development</a:t>
            </a:r>
            <a:r>
              <a:rPr lang="en" sz="1600"/>
              <a:t> - Develop REST APIs using Spring Boot. Implement modules for auth., students, faculty, attendance, exams, and payments. Use layered architecture and integrate MySQL.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Database Creation</a:t>
            </a:r>
            <a:r>
              <a:rPr lang="en" sz="1600"/>
              <a:t> - Design normalized MySQL database schemas, define relationships, constraints, and prepare migration scripts. Ensure data integrity, security, and optimization.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Deployment - </a:t>
            </a:r>
            <a:r>
              <a:rPr lang="en" sz="1600"/>
              <a:t>Containerized Deployment (Docker + CI/CD). 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/>
              <a:t>Hosting</a:t>
            </a:r>
            <a:r>
              <a:rPr lang="en" sz="1600"/>
              <a:t> - 2 options: i) render ii) college servers.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174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Modules</a:t>
            </a:r>
            <a:endParaRPr/>
          </a:p>
        </p:txBody>
      </p:sp>
      <p:sp>
        <p:nvSpPr>
          <p:cNvPr id="88" name="Google Shape;88;p18"/>
          <p:cNvSpPr txBox="1"/>
          <p:nvPr/>
        </p:nvSpPr>
        <p:spPr>
          <a:xfrm>
            <a:off x="311700" y="975600"/>
            <a:ext cx="5001000" cy="3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12 Modules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User &amp; Role Management Module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Attendance Management Module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Result/Grade Management Module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Courses &amp; Subjects Management Module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Announcements Management Module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Document Management Module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Timetable Management Module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Exam Management Module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Library Management Module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Placement Management Module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just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Hostel Management Module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just">
              <a:spcBef>
                <a:spcPts val="200"/>
              </a:spcBef>
              <a:spcAft>
                <a:spcPts val="20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Fee &amp; Finance Management Module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Diagram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3650" y="0"/>
            <a:ext cx="373606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Flow Diagram</a:t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6650" y="0"/>
            <a:ext cx="4169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 Diagram</a:t>
            </a:r>
            <a:endParaRPr/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3">
            <a:alphaModFix/>
          </a:blip>
          <a:srcRect b="0" l="4058" r="0" t="0"/>
          <a:stretch/>
        </p:blipFill>
        <p:spPr>
          <a:xfrm>
            <a:off x="2214075" y="0"/>
            <a:ext cx="531562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8452"/>
              <a:buFont typeface="Arial"/>
              <a:buNone/>
            </a:pPr>
            <a:r>
              <a:rPr lang="en" sz="2100"/>
              <a:t>Hardware</a:t>
            </a:r>
            <a:endParaRPr sz="2100"/>
          </a:p>
          <a:p>
            <a:pPr indent="-303279" lvl="0" marL="457200" rtl="0" algn="just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SzPct val="100000"/>
              <a:buChar char="●"/>
            </a:pPr>
            <a:r>
              <a:rPr lang="en" sz="1517"/>
              <a:t>Processor: Intel i3 or higher</a:t>
            </a:r>
            <a:endParaRPr sz="1517"/>
          </a:p>
          <a:p>
            <a:pPr indent="-303279" lvl="0" marL="457200" rtl="0" algn="just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SzPct val="100000"/>
              <a:buChar char="●"/>
            </a:pPr>
            <a:r>
              <a:rPr lang="en" sz="1517"/>
              <a:t>RAM: 8 GB minimum</a:t>
            </a:r>
            <a:endParaRPr sz="1517"/>
          </a:p>
          <a:p>
            <a:pPr indent="-303279" lvl="0" marL="457200" rtl="0" algn="just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SzPct val="100000"/>
              <a:buChar char="●"/>
            </a:pPr>
            <a:r>
              <a:rPr lang="en" sz="1517"/>
              <a:t>Storage: 20 GB free space</a:t>
            </a:r>
            <a:endParaRPr sz="1517"/>
          </a:p>
          <a:p>
            <a:pPr indent="-303279" lvl="0" marL="457200" rtl="0" algn="just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SzPct val="100000"/>
              <a:buChar char="●"/>
            </a:pPr>
            <a:r>
              <a:rPr lang="en" sz="1517"/>
              <a:t>Display: 1024x768 resolution minimum</a:t>
            </a:r>
            <a:endParaRPr sz="1517"/>
          </a:p>
          <a:p>
            <a:pPr indent="0" lvl="0" marL="0" rtl="0" algn="just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ct val="48452"/>
              <a:buFont typeface="Arial"/>
              <a:buNone/>
            </a:pPr>
            <a:r>
              <a:rPr lang="en" sz="2100"/>
              <a:t>Software</a:t>
            </a:r>
            <a:endParaRPr sz="2100"/>
          </a:p>
          <a:p>
            <a:pPr indent="-303279" lvl="0" marL="457200" rtl="0" algn="just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SzPct val="100000"/>
              <a:buChar char="●"/>
            </a:pPr>
            <a:r>
              <a:rPr lang="en" sz="1517"/>
              <a:t>Operating System - Windows</a:t>
            </a:r>
            <a:endParaRPr sz="1517"/>
          </a:p>
          <a:p>
            <a:pPr indent="-303279" lvl="0" marL="457200" rtl="0" algn="just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SzPct val="100000"/>
              <a:buChar char="●"/>
            </a:pPr>
            <a:r>
              <a:rPr lang="en" sz="1517"/>
              <a:t>Frontend - React.js, HTML, CSS, JavaScript</a:t>
            </a:r>
            <a:endParaRPr sz="1517"/>
          </a:p>
          <a:p>
            <a:pPr indent="-303279" lvl="0" marL="457200" rtl="0" algn="just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SzPct val="100000"/>
              <a:buChar char="●"/>
            </a:pPr>
            <a:r>
              <a:rPr lang="en" sz="1517"/>
              <a:t>Backend - Java Spring Boot</a:t>
            </a:r>
            <a:endParaRPr sz="1517"/>
          </a:p>
          <a:p>
            <a:pPr indent="-303279" lvl="0" marL="457200" rtl="0" algn="just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SzPct val="100000"/>
              <a:buChar char="●"/>
            </a:pPr>
            <a:r>
              <a:rPr lang="en" sz="1517"/>
              <a:t>Database - MySQL</a:t>
            </a:r>
            <a:endParaRPr sz="1517"/>
          </a:p>
          <a:p>
            <a:pPr indent="-303279" lvl="0" marL="457200" rtl="0" algn="just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SzPct val="100000"/>
              <a:buChar char="●"/>
            </a:pPr>
            <a:r>
              <a:rPr lang="en" sz="1517"/>
              <a:t>Tools - VS Code, Eclipse IDE, Postman, Docker</a:t>
            </a:r>
            <a:endParaRPr sz="1517"/>
          </a:p>
          <a:p>
            <a:pPr indent="-303279" lvl="0" marL="457200" rtl="0" algn="just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SzPct val="100000"/>
              <a:buChar char="●"/>
            </a:pPr>
            <a:r>
              <a:rPr lang="en" sz="1517"/>
              <a:t>Version Control - Git, GitHub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Issues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Authentication &amp; Authorization Risks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Data Security &amp; Privacy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API Security Issues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Database &amp; Server Risks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Deployment &amp; DevOps Issues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Payment Gateway Issues</a:t>
            </a:r>
            <a:endParaRPr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Conclusion/Expected Outcome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7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 fully functional web-based system for managing college where several users (students, faculties, etc.) can perform different tasks.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Role-based dashboards for admin, faculty, students, and parents.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Secure and optimized backend with REST APIs.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Responsive and user-friendly frontend interface.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Centralized database with accurate and reliable records.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Dockerized deployment ready for hosting.</a:t>
            </a:r>
            <a:endParaRPr sz="2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presentation by :- Shikhar Sharma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